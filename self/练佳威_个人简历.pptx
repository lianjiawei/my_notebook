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39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43653A-2BBE-473C-3232-F79AC2C32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A5048A-78E3-104E-083E-F2E00632F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AB442-8D84-059F-5A67-8009B045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26F4C-6D32-B002-6436-BA2271B9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FBE7AC-7826-C453-1C3D-F6AE164F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94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69851-4F3D-0EFA-A155-6FFC8395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11D2C2-2662-26B1-2E83-E5433B9C8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CDC70-B2BE-3604-4E75-16DBC9CB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F9035-DE61-F27E-5F22-40672913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09E982-5A40-29F4-6EA1-C436E9D6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60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FF78C-CCAC-429F-0E1D-A5804894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A12D29-8CC7-3291-5CDD-0B92A32F3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36AD0D-4F7B-8E45-FDBD-57CE876AA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30BB21-BAFD-9A34-BBC3-478CB16C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7FCC94-0E94-C0DF-2D73-9F955577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748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F0F96-F544-5965-5129-979B1A73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5368E-9B40-1E8F-D140-90949D1A2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F83210-6890-A722-C0F2-F99B3F544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E16BA7-250A-8858-4BA8-3027A9F5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96B0DA-B3AB-28D9-BDDA-4F9DEEA7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23B87A-BBD4-3DC1-F656-16A67F3F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35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6DCAE-E7B4-254C-4C7C-16B6EC3C2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D9B0F0-DDA5-EBCE-CB2B-3E819FDC0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DF769F-1137-A843-8CEB-98A57AFC9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8BD186-3943-4ABB-6163-6A0791221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15E82D-D7CB-68B3-8EA0-351C276BA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09191B-F37A-DA1A-D9C2-9DD7FED7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842932-1737-C285-B479-C2FC9DF70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059FC3-60B9-EEBE-2FF9-F3EE8682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5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3AC8D-1AB3-61AF-D523-9FE18373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EBE371-DDF5-E96B-BF4C-178B81E6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8DD699-4735-6BAF-2FDF-D377B583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4D478B-4828-EE06-D74F-2EE9822D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6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B2D60A-D054-F808-DBEC-C321D501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045C03-CCEC-FC7B-603C-E2591C66A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5CB8AB-A1D3-3486-8E50-6C0A7902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15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6D157-8449-FDB1-DBBB-2C003D26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51409-C135-46CA-9167-B5394ED62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BB8459-2FB5-9287-E54D-918600CD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DE233F-0B31-BA47-5C7C-434AEF1AA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99637F-3488-7AA7-A0B6-45C37D83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B6F8F4-924E-C7F0-5476-673F71E8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60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54CE2-1FB1-F59F-A22C-0BDCB0C8F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F710A2-0439-3981-815C-283082254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022001-7CF4-E85D-F12F-0F888033A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798789-68C9-7D4A-8A30-3C04ACEF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F4B54-71AE-7860-AFFD-7ACF9531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F5E276-2063-D7C7-EC26-7C2FF3A8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48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526827-8946-16A7-5D95-886EC60E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057496-DCAF-ABF8-A43D-D6D97E22F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1BA841-5EDD-946B-AA4A-252313AE1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8273CA-AD80-BA20-BFD9-9CBE2823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F3455-D097-A981-3A4D-8395B8BA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1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84E696-58F7-D7FF-02C9-8F319F0E5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C0ACEB-2F1F-F5DB-7694-73AAB944C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80935B-FB36-487B-C67A-AC65DB4FE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1FFB88-2F45-5CA1-DC83-62683B55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75A09-B1E1-7F83-8448-2DD7CBD6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1101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184881-757F-B7BF-FAB0-0E76A7FC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F122F-B022-14B1-432D-02C2D455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426F28-FCD0-FABD-430D-45F6EE7F8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86BF8-C943-4B3E-8780-AC8EE5FA98EE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942EC-36FB-BE5B-1505-B15665068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3F23E6-EA89-B9A9-62B8-4C4A24B6D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A7072-9EF6-4297-88C1-50150A2ED1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hyperlink" Target="mailto:963417442@qq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55B211-91A2-1B1F-F0D7-313FECA08B77}"/>
              </a:ext>
            </a:extLst>
          </p:cNvPr>
          <p:cNvSpPr txBox="1"/>
          <p:nvPr/>
        </p:nvSpPr>
        <p:spPr>
          <a:xfrm>
            <a:off x="124691" y="183798"/>
            <a:ext cx="1442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练佳威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30305B-40B0-661C-AEBC-74206EEEC594}"/>
              </a:ext>
            </a:extLst>
          </p:cNvPr>
          <p:cNvSpPr txBox="1"/>
          <p:nvPr/>
        </p:nvSpPr>
        <p:spPr>
          <a:xfrm>
            <a:off x="1601355" y="214575"/>
            <a:ext cx="5256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电话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15622707978 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963417442@qq.com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工作年限：华为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           生日：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1993.10.17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A744B5-0640-5C99-B382-672D80CCC29F}"/>
              </a:ext>
            </a:extLst>
          </p:cNvPr>
          <p:cNvSpPr txBox="1"/>
          <p:nvPr/>
        </p:nvSpPr>
        <p:spPr>
          <a:xfrm>
            <a:off x="124692" y="1697752"/>
            <a:ext cx="6695208" cy="73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具备政企行业数字化与智能化的深度洞察力，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主导过大规模混合云解决方案的设计与验证落地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技术能力扎实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，拥有广告推荐系统核心开发背景，对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大模型及大数据技术原理有深厚积淀与丰富的项目实战经验。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8B25477-3EA8-C5DD-AFDA-264F7AD7F920}"/>
              </a:ext>
            </a:extLst>
          </p:cNvPr>
          <p:cNvCxnSpPr>
            <a:cxnSpLocks/>
          </p:cNvCxnSpPr>
          <p:nvPr/>
        </p:nvCxnSpPr>
        <p:spPr>
          <a:xfrm>
            <a:off x="124691" y="2982368"/>
            <a:ext cx="65878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B90AAB7-E5E5-5F1F-5725-6A0C16BF2B8F}"/>
              </a:ext>
            </a:extLst>
          </p:cNvPr>
          <p:cNvSpPr txBox="1"/>
          <p:nvPr/>
        </p:nvSpPr>
        <p:spPr>
          <a:xfrm>
            <a:off x="124691" y="2419282"/>
            <a:ext cx="239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F5A3A7-0BAB-4D1E-F8E2-AE78EFA52E05}"/>
              </a:ext>
            </a:extLst>
          </p:cNvPr>
          <p:cNvSpPr txBox="1"/>
          <p:nvPr/>
        </p:nvSpPr>
        <p:spPr>
          <a:xfrm>
            <a:off x="124691" y="737795"/>
            <a:ext cx="6565323" cy="959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教育经历：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哈尔滨工业大学    计算机科学与技术    硕士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2016-2019</a:t>
            </a:r>
          </a:p>
          <a:p>
            <a:pPr>
              <a:lnSpc>
                <a:spcPct val="12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华南师范大学        通信工程                 本科 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2012-2016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英语：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CET-6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751BA5-6B91-7F4E-109F-A8973EB73FD5}"/>
              </a:ext>
            </a:extLst>
          </p:cNvPr>
          <p:cNvSpPr txBox="1"/>
          <p:nvPr/>
        </p:nvSpPr>
        <p:spPr>
          <a:xfrm>
            <a:off x="124690" y="3014705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华为云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    HCS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业务部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2023~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至今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云服务解决方案架构师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90FD53-6111-1F0D-C263-9FE51E12135E}"/>
              </a:ext>
            </a:extLst>
          </p:cNvPr>
          <p:cNvSpPr txBox="1"/>
          <p:nvPr/>
        </p:nvSpPr>
        <p:spPr>
          <a:xfrm>
            <a:off x="124692" y="3333505"/>
            <a:ext cx="6695208" cy="4837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、华为混合云解决方案设计架构师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职责综述：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负责政企混合云行业解决方案的顶层规划与架构设计。通过深度洞察行业痛点，打通云服务、专业服务与生态伙伴能力，驱动华为云在能源、工业等核心行业的战略落地。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行业顶层规划与生态共筑：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主导政企混合云行业方案规划，联合行业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生态伙伴构建差异化竞争壁垒。在工业互联网、智慧矿山、智慧交通等领域实现方案高标准落地，具备从客户需求洞察到大规模方案交付的全流程设计支撑能力。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华为行业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2.0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战略方案孵化：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驱动油气、管网、电力、钢铁等央国企的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智能化转型。基于企业安全生产与提产提效诉求，主导将华为大模型（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CV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、预测、气象）转化为场景化解决方案。负责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方案孵化与设计，支撑了多个千万级云项目的业务闭环，实现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技术与核心业务流程的深度融合。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OT/IT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数据融合与治理方案设计：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主导华为云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OT/IT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数据集成解决方案的深化设计，解决了大型企业数据孤岛难题。通过构建行业高质量数据集与标准化集成规范，为企业数智化转型提供了稳健的数据基座，支撑了跨系统、跨地域的全局数据协同与决策。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、华为混合云（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）兼容性团队负责人（华为基层主管）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团队领导与业务连续性保障：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担任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人规模团队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，负责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混合云产业兼容性的顶层需求规划与方案评估。主导业务连续性（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）专项，通过软硬件解耦架构设计，确保在极端供应链环境下华为云服务的持续供应能力，支撑了多个国家级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部委级重大项目的交付稳定。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规模化适配与软硬解耦演进：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HCS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多版本迭代中的软硬解耦需求规划与验证体系建设。领导团队实现每年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款服务器、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款核心部件的兼容性适配与发布；通过标准化验证流程，维护并深化了与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10+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全球主流硬件厂商的策略合作关系，极大地拓宽了混合云方案的硬件生态边界。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B2D93AA-3865-18E2-0D73-D3B8601A95E8}"/>
              </a:ext>
            </a:extLst>
          </p:cNvPr>
          <p:cNvSpPr txBox="1"/>
          <p:nvPr/>
        </p:nvSpPr>
        <p:spPr>
          <a:xfrm>
            <a:off x="124692" y="8590306"/>
            <a:ext cx="6695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、广告竞价算法微服务开发工程师：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）需求架构设计：主导百亿级请求（峰值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30w+ QPS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OCPX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架构演进。通过高性能并发框架与多级缓存优化，实现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TP99 &lt; 10ms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99.99%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可用性，保障大促等极端场景下的系统韧性。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）算法开发实施：负责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PCVR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推理引擎与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调控算法工程落地。实现特征实时处理与模型秒级热加载，在确保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CPA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达标的前提下，有效平抑成本波动，驱动平台消耗显著增长。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C79818-97A2-DFE0-8E1D-9F04E0537811}"/>
              </a:ext>
            </a:extLst>
          </p:cNvPr>
          <p:cNvSpPr txBox="1"/>
          <p:nvPr/>
        </p:nvSpPr>
        <p:spPr>
          <a:xfrm>
            <a:off x="124690" y="8231531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华为终端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广告业务部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2019~2023   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算法开发工程师</a:t>
            </a:r>
          </a:p>
        </p:txBody>
      </p:sp>
    </p:spTree>
    <p:extLst>
      <p:ext uri="{BB962C8B-B14F-4D97-AF65-F5344CB8AC3E}">
        <p14:creationId xmlns:p14="http://schemas.microsoft.com/office/powerpoint/2010/main" val="156763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Line1"/>
          <p:cNvCxnSpPr>
            <a:cxnSpLocks/>
          </p:cNvCxnSpPr>
          <p:nvPr/>
        </p:nvCxnSpPr>
        <p:spPr>
          <a:xfrm>
            <a:off x="124691" y="704056"/>
            <a:ext cx="65878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"/>
          <p:cNvSpPr txBox="1"/>
          <p:nvPr/>
        </p:nvSpPr>
        <p:spPr>
          <a:xfrm>
            <a:off x="124691" y="99060"/>
            <a:ext cx="239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项目经验</a:t>
            </a:r>
          </a:p>
        </p:txBody>
      </p:sp>
      <p:sp>
        <p:nvSpPr>
          <p:cNvPr id="102" name="Project1Title"/>
          <p:cNvSpPr txBox="1"/>
          <p:nvPr/>
        </p:nvSpPr>
        <p:spPr>
          <a:xfrm>
            <a:off x="124691" y="736000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华为行业 AI 2.0 智能化转型方案</a:t>
            </a:r>
          </a:p>
        </p:txBody>
      </p:sp>
      <p:sp>
        <p:nvSpPr>
          <p:cNvPr id="103" name="Project1Body"/>
          <p:cNvSpPr txBox="1"/>
          <p:nvPr/>
        </p:nvSpPr>
        <p:spPr>
          <a:xfrm>
            <a:off x="124691" y="1074554"/>
            <a:ext cx="6587835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面向油气、管网、电力、钢铁等央国企，推动 AI 智能化转型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职责角色：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方案架构师，负责0到1方案孵化与设计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核心工作：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将华为大模型能力（NLP、CV、预测、气象）转化为场景化解决方案；主导行业 Top 生态伙伴联合方案构建；在工业互联网、智慧矿山、智慧交通等领域落地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项目成果：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支撑多个千万级云项目的业务闭环，实现 AI 技术与核心业务流程深度融合</a:t>
            </a:r>
          </a:p>
        </p:txBody>
      </p:sp>
      <p:sp>
        <p:nvSpPr>
          <p:cNvPr id="104" name="Project2Title"/>
          <p:cNvSpPr txBox="1"/>
          <p:nvPr/>
        </p:nvSpPr>
        <p:spPr>
          <a:xfrm>
            <a:off x="124691" y="2650000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OCPX </a:t>
            </a:r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广告竞价算法引擎</a:t>
            </a:r>
          </a:p>
        </p:txBody>
      </p:sp>
      <p:sp>
        <p:nvSpPr>
          <p:cNvPr id="105" name="Project2Body"/>
          <p:cNvSpPr txBox="1"/>
          <p:nvPr/>
        </p:nvSpPr>
        <p:spPr>
          <a:xfrm>
            <a:off x="124691" y="2988554"/>
            <a:ext cx="6587835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华为终端广告平台核心竞价系统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职责角色：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算法微服务开发工程师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核心工作：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主导百亿级请求（峰值 30w+ QPS）OCPX 架构演进；负责 PCVR 推理引擎与 PID 调控算法工程落地；高性能并发框架与多级缓存优化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项目成果：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TP99 &lt; 10ms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99.99%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可用性，CPA 达标前提下驱动平台消耗显著增长</a:t>
            </a:r>
          </a:p>
        </p:txBody>
      </p:sp>
      <p:sp>
        <p:nvSpPr>
          <p:cNvPr id="106" name="Project3Title"/>
          <p:cNvSpPr txBox="1"/>
          <p:nvPr/>
        </p:nvSpPr>
        <p:spPr>
          <a:xfrm>
            <a:off x="124691" y="4564000"/>
            <a:ext cx="65878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 OT/IT 数据融合治理平台</a:t>
            </a:r>
          </a:p>
        </p:txBody>
      </p:sp>
      <p:sp>
        <p:nvSpPr>
          <p:cNvPr id="107" name="Project3Body"/>
          <p:cNvSpPr txBox="1"/>
          <p:nvPr/>
        </p:nvSpPr>
        <p:spPr>
          <a:xfrm>
            <a:off x="124691" y="4902554"/>
            <a:ext cx="6587835" cy="1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大型企业面临数据孤岛难题，需打通 OT 与 IT 数据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职责角色：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方案设计负责人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核心工作：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主导华为云 OT/IT 数据集成解决方案深化设计；构建行业高质量数据集与标准化集成规范；支撑跨系统、跨地域的全局数据协同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项目成果：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为企业数智化转型提供稳健的数据基座，支撑全局数据协同与决策</a:t>
            </a:r>
          </a:p>
        </p:txBody>
      </p:sp>
      <p:cxnSp>
        <p:nvCxnSpPr>
          <p:cNvPr id="108" name="Line2"/>
          <p:cNvCxnSpPr>
            <a:cxnSpLocks/>
          </p:cNvCxnSpPr>
          <p:nvPr/>
        </p:nvCxnSpPr>
        <p:spPr>
          <a:xfrm>
            <a:off x="124691" y="6550000"/>
            <a:ext cx="658783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SkillsTitle"/>
          <p:cNvSpPr txBox="1"/>
          <p:nvPr/>
        </p:nvSpPr>
        <p:spPr>
          <a:xfrm>
            <a:off x="124691" y="6580000"/>
            <a:ext cx="23968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技能清单</a:t>
            </a:r>
          </a:p>
        </p:txBody>
      </p:sp>
      <p:sp>
        <p:nvSpPr>
          <p:cNvPr id="110" name="SkillsBody"/>
          <p:cNvSpPr txBox="1"/>
          <p:nvPr/>
        </p:nvSpPr>
        <p:spPr>
          <a:xfrm>
            <a:off x="124691" y="7200000"/>
            <a:ext cx="6587835" cy="2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云计算与架构：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混合云（HCS）、华为云产品组合方案设计与验证、微服务、高可用架构</a:t>
            </a:r>
          </a:p>
          <a:p>
            <a:pPr>
              <a:lnSpc>
                <a:spcPct val="13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与算法：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大模型（NLP/CV）、推荐系统、PCVR、PID 调控、机器学习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数据技术：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大数据处理、数据治理、OT/IT 数据集成、实时数据处理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</a:p>
          <a:p>
            <a:pPr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软技能：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团队管理（15人团队）、跨部门协同、方案设计与汇报</a:t>
            </a:r>
          </a:p>
        </p:txBody>
      </p:sp>
    </p:spTree>
    <p:extLst>
      <p:ext uri="{BB962C8B-B14F-4D97-AF65-F5344CB8AC3E}">
        <p14:creationId xmlns:p14="http://schemas.microsoft.com/office/powerpoint/2010/main" val="1499213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673</Words>
  <Application>Microsoft Office PowerPoint</Application>
  <PresentationFormat>A4 纸张(210x297 毫米)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佳威 练</dc:creator>
  <cp:lastModifiedBy>佳威 练</cp:lastModifiedBy>
  <cp:revision>41</cp:revision>
  <dcterms:created xsi:type="dcterms:W3CDTF">2025-12-31T14:35:39Z</dcterms:created>
  <dcterms:modified xsi:type="dcterms:W3CDTF">2026-01-16T13:56:58Z</dcterms:modified>
</cp:coreProperties>
</file>